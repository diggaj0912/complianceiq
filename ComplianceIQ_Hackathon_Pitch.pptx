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384048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56032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ComplianceIQ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C7D2FE"/>
                </a:solidFill>
                <a:latin typeface="Aptos"/>
              </a:rPr>
              <a:t>AI-Powered GST Compliance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Aptos"/>
              </a:rPr>
              <a:t>Turns raw transaction data into audit-ready GST filings in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64592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00507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40+ hrs/month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97680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Aptos"/>
              </a:rPr>
              <a:t>saved for tax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164592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400507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4297680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Aptos"/>
              </a:rPr>
              <a:t>audit trail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840480"/>
            <a:ext cx="164592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4005072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₹1.8L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4297680"/>
            <a:ext cx="1417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Aptos"/>
              </a:rPr>
              <a:t>avg ITC savings/cycle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731520"/>
            <a:ext cx="4160520" cy="5394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60120"/>
            <a:ext cx="2606420" cy="274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35240" y="38862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7D2FE"/>
                </a:solidFill>
                <a:latin typeface="Aptos"/>
              </a:rPr>
              <a:t>India-first. Offline-ready. Enterprise-grade.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251960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ptos"/>
              </a:rPr>
              <a:t>Built in 18 hours for hackathons, designed for real compliance teams.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0749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  <a:latin typeface="Aptos"/>
              </a:rPr>
              <a:t>ComplianceIQ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3842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754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6366F1"/>
                </a:solidFill>
                <a:latin typeface="Aptos"/>
              </a:rPr>
              <a:t>Why compliance breaks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91440" cy="1645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Aptos"/>
              </a:rPr>
              <a:t>Annual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Aptos"/>
              </a:rPr>
              <a:t>₹2.3 lakh crore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Due to GST filing errors, missed ITC, and penalties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91440" cy="1645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35331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Aptos"/>
              </a:rPr>
              <a:t>Manual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645920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Aptos"/>
              </a:rPr>
              <a:t>40+ hrs/month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031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Spent parsing CSVs and calculating liabilities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91440" cy="164592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35331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Aptos"/>
              </a:rPr>
              <a:t>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45920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Aptos"/>
              </a:rPr>
              <a:t>5 GST slabs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031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Aptos"/>
              </a:rPr>
              <a:t>0 / 5 / 12 / 18 / 28% logic causes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110642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2900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Aptos"/>
              </a:rPr>
              <a:t>What teams struggle with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22191"/>
            <a:ext cx="512064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CSV data arrives messy and inconsistent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GST slab categorization happens manually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ITC claims are often incomplete or delayed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Audits require evidence scattered across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29000"/>
            <a:ext cx="466344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6576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Aptos"/>
              </a:rPr>
              <a:t>Traditional compliance tools are static dashboards.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041648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Aptos"/>
              </a:rPr>
              <a:t>They show numbers. They do not explain anomalies, optimize ITC, or answer questions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3842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754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6366F1"/>
                </a:solidFill>
                <a:latin typeface="Aptos"/>
              </a:rPr>
              <a:t>How ComplianceIQ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755648"/>
            <a:ext cx="640080" cy="6400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901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Aptos"/>
              </a:rPr>
              <a:t>Upload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88920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ptos"/>
              </a:rPr>
              <a:t>Bring in raw transaction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2677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755648"/>
            <a:ext cx="640080" cy="6400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901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514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Aptos"/>
              </a:rPr>
              <a:t>Rules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788920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ptos"/>
              </a:rPr>
              <a:t>Auto-categorize across GST slabs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677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55448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2120" y="1755648"/>
            <a:ext cx="640080" cy="6400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1901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514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Aptos"/>
              </a:rPr>
              <a:t>AI ITC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788920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ptos"/>
              </a:rPr>
              <a:t>Optimize eligible tax credits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2677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55448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26679" y="1755648"/>
            <a:ext cx="640080" cy="6400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82127" y="1901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514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Aptos"/>
              </a:rPr>
              <a:t>Ask Anything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2788920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ptos"/>
              </a:rPr>
              <a:t>Conversational compliance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2677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6366F1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1554480"/>
            <a:ext cx="1828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21240" y="1755648"/>
            <a:ext cx="640080" cy="6400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688" y="1901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51460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Aptos"/>
              </a:rPr>
              <a:t>Audit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7" y="2788920"/>
            <a:ext cx="1600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Aptos"/>
              </a:rPr>
              <a:t>Immutable activity trail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206240"/>
            <a:ext cx="106984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4531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Aptos"/>
              </a:rPr>
              <a:t>Result: audit-ready GST filings, faster decisions, and fewer compliance surprises.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3842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"/>
              </a:rPr>
              <a:t>Feature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754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6366F1"/>
                </a:solidFill>
                <a:latin typeface="Aptos"/>
              </a:rPr>
              <a:t>What the demo includes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834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09728" cy="160020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Real-time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Aptos"/>
              </a:rPr>
              <a:t>KPI cards, risk score, GST trend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234440"/>
            <a:ext cx="2834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39" y="1234440"/>
            <a:ext cx="109728" cy="16002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41732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CSV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73736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Aptos"/>
              </a:rPr>
              <a:t>Drag-and-drop import with auto-classification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234440"/>
            <a:ext cx="2834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1234440"/>
            <a:ext cx="109728" cy="1600200"/>
          </a:xfrm>
          <a:prstGeom prst="roundRect">
            <a:avLst/>
          </a:prstGeom>
          <a:solidFill>
            <a:srgbClr val="A855F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41732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GST Centre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73736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Aptos"/>
              </a:rPr>
              <a:t>Liability, ITC, and rate bucket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54680"/>
            <a:ext cx="2834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3154680"/>
            <a:ext cx="109728" cy="160020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3756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Compliance calendar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Aptos"/>
              </a:rPr>
              <a:t>Upcoming deadlines and due-date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154680"/>
            <a:ext cx="2834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77639" y="3154680"/>
            <a:ext cx="109728" cy="1600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33756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AI compliance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65760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Aptos"/>
              </a:rPr>
              <a:t>Conversational Q&amp;A over your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3154680"/>
            <a:ext cx="2834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20" y="3154680"/>
            <a:ext cx="109728" cy="160020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33756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Aptos"/>
              </a:rPr>
              <a:t>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57600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Aptos"/>
              </a:rPr>
              <a:t>Immutable action log for every step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66360"/>
            <a:ext cx="1088136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39496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Aptos"/>
              </a:rPr>
              <a:t>Everything is offline-first with mock fallback, so the demo stays alive even if the LLM or API is 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3842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754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6366F1"/>
                </a:solidFill>
                <a:latin typeface="Aptos"/>
              </a:rPr>
              <a:t>Offline-first and demo-safe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743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19456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React 18 + Vite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Tailwind CSS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Recharts visualizations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Conversational chat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280160"/>
            <a:ext cx="2743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B5CF6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219456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FastAPI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SQLAlchemy + SQLite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CSV ingestion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Audit log persistence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28016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544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A855F7"/>
                </a:solidFill>
                <a:latin typeface="Aptos"/>
              </a:rPr>
              <a:t>AI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65960"/>
            <a:ext cx="283464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Groq LLaMA 3.3 70B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Mock fallback for demos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Routing-ready architecture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Sub-second response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  <a:latin typeface="Aptos"/>
              </a:rPr>
              <a:t>Data flows from upload → rules engine → AI assistant → report/export, with every action written to an audit trail.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3842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"/>
              </a:rPr>
              <a:t>Impact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754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6366F1"/>
                </a:solidFill>
                <a:latin typeface="Aptos"/>
              </a:rPr>
              <a:t>Why judges should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965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  <a:latin typeface="Aptos"/>
              </a:rPr>
              <a:t>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Aptos"/>
              </a:rPr>
              <a:t>reduction in manual GST processing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280160"/>
            <a:ext cx="1965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536192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  <a:latin typeface="Apto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19456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Aptos"/>
              </a:rPr>
              <a:t>audit trail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280160"/>
            <a:ext cx="1965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536192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8B5CF6"/>
                </a:solidFill>
                <a:latin typeface="Aptos"/>
              </a:rPr>
              <a:t>&lt;1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19456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Aptos"/>
              </a:rPr>
              <a:t>liability calculation across all slabs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280160"/>
            <a:ext cx="1965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1536192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Aptos"/>
              </a:rPr>
              <a:t>₹1.8L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19" y="219456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Aptos"/>
              </a:rPr>
              <a:t>average ITC savings per 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97280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69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ComplianceIQ changes GST work from spreadsheet-heavy operations into a conversational, AI-assisted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720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7D2FE"/>
                </a:solidFill>
                <a:latin typeface="Aptos"/>
              </a:rPr>
              <a:t>The result is faster filing, fewer errors, stronger auditability, and clear financial savings.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3842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"/>
              </a:rPr>
              <a:t>What Makes Us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754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6366F1"/>
                </a:solidFill>
                <a:latin typeface="Aptos"/>
              </a:rPr>
              <a:t>Why this wins hackathons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Aptos"/>
              </a:rPr>
              <a:t>Static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48056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Show charts but do not explain them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Require manual navigation to find answers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Break when the LLM or API is unavailable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Leave audit evidence scattered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2120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508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366F1"/>
                </a:solidFill>
                <a:latin typeface="Aptos"/>
              </a:rPr>
              <a:t>ComplianceIQ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You can ask natural-language compliance questions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AI responds with context from your actual data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Offline mock fallback keeps demos alive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  <a:latin typeface="Aptos"/>
              </a:defRPr>
            </a:pPr>
            <a:r>
              <a:t>Every action is tracked for audit 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5074920"/>
            <a:ext cx="8046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5321808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Aptos"/>
              </a:rPr>
              <a:t>Static dashboard + AI assistant + audit trail + offline demo safety = a memorable hackathon 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1138428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Aptos"/>
              </a:rPr>
              <a:t>Roadmap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4754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6366F1"/>
                </a:solidFill>
                <a:latin typeface="Aptos"/>
              </a:rPr>
              <a:t>Close strong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5778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366F1"/>
                </a:solidFill>
                <a:latin typeface="Aptos"/>
              </a:rPr>
              <a:t>Immediate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Add live GST filings and export integrations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Broaden ITC rules and anomaly detection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Add multi-user roles for finance teams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Connect to ERP and accounting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280160"/>
            <a:ext cx="4983480" cy="4434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60020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7D2FE"/>
                </a:solidFill>
                <a:latin typeface="Aptos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Choose ComplianceIQ when you want a product that looks sharp, demos live, and tells a strong India-first AI 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33756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7D2FE"/>
                </a:solidFill>
                <a:latin typeface="Aptos"/>
              </a:rPr>
              <a:t>Built in 18 hours. Production-ready architecture. Hackathon-winning narrative.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206240"/>
            <a:ext cx="1920240" cy="64008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425696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Ready to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